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Dept. of Computer Science &amp; Engineering  ·  Bhilai Institute of Technology, Durg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623560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82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1548" y="5623560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6883" y="562356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8171" y="5623560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74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2044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20240"/>
            <a:ext cx="3520440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184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920240"/>
            <a:ext cx="35204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5167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The project spans data engineering, analytics, machine learning, visualization, and cloud-native deployment — delivered as one integrated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Why construction control needs a deployable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What prior work covers — and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58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881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Model &amp;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Schema, EVM, ML risk, web UI, 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Platform 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Screenshots of the working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Deployment &amp;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Kubernetes, benchmarks,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440680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44068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440680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5040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84301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78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87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INGESTION &amp;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Core language for all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Async REST layer +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Strict schema validation (422)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STORAGE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3-tier relational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SQLAlchemy + Alembic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ORM +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EVM 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Delay-risk classifiers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PRESENTATION &amp;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Web UI (Jinja2 + Chart.js)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Interactive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Microsoft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DAX decision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Reproducible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Orchestration, HPA, probes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1168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Validated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FastAPI exposes async REST endpoints for projects, activities, progress, costs, and resources.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Every payload is validated against strict Pydantic schemas before touching the database.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Malformed data is rejected with HTTP 422 — bad records never reach storage.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Negative budgets, finish-before-start dates, naive timestamps, and out-of-range values are all caught.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Records are upserted idempotently (PostgreSQL ON CONFLICT), so re-running is safe.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Alembic migrations build the schema; curated views are re-applied idempotently.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EF4444"/>
                </a:solidFill>
                <a:latin typeface="Calibri"/>
              </a:rPr>
              <a:t>REJECTED (HTTP 422)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percent_complete = 150  ·  naive timestamp  ·  budget = -5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22C55E"/>
                </a:solidFill>
                <a:latin typeface="Calibri"/>
              </a:rPr>
              <a:t>ACCEPTED &amp;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19,317 records ingested — 0 rejected in the verified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PV/EV come from the latest progress snapshot at or before the status date; AC is cumulative cost to that date.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Indicators are persisted to KPIResult for downstream UI and Power BI consumption.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MODEL SELECTION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06240"/>
          <a:ext cx="74523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  <a:gridCol w="12344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38160" y="4343400"/>
            <a:ext cx="3474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Each activity gets a delay probability → Low / Medium / High category, surfaced as early-warning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Portfolio KPIs: budget, EV, 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CPI and SPI with colour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High-risk activity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Per-project CPI / SPI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Risk distribution doughnut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Live dashboard — Executive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Cost &amp; Schedule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Cost — cumulative actual-cost curve + overruns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Schedule — planned vs earned value S-curve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Both views recompute live from PostgreSQL — no manual refresh, no spreadsheet.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Delay-Risk &amp; Activity Explorer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Delay-Risk — probability histogram + top-risk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Activities — filterable 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Every activity carries a delay probability and a Low / Medium / High risk badge.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&amp; Actions — Full Control from the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Data &amp; Actions — upload, recompute, retrain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Upload CSV (validated via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Recompute EVM +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Retrain the ML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See live row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No CLI required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22C55E"/>
                </a:solidFill>
                <a:latin typeface="Calibri"/>
              </a:rPr>
              <a:t>SVM selected by highest ROC-AUC (0.969).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774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Accuracy alone is misleading on imbalanced delay data.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ROC-AUC 0.969 means strong separation of delayed vs. on-time activities.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F1 0.811 balances precision and recall for actionable alerts.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probabilities feed the risk categories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Correctness, Reliability &amp;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All KPI rows satisfy CV = EV − AC, SV = EV − PV, CPI = EV / AC, SPI = EV / 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End-to-end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Automated E2E check passes: row counts, identities, risk bounds, non-empty views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64408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 deleted ingestion pod is rescheduled by Kubernetes in ~1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64408"/>
            <a:ext cx="64008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HPA scales the ingestion tier between 2 and 6 replicas on CPU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45736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Ingestion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19,317 records ingested, 0 rejected; malformed payloads return HTTP 422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45736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One-command launch; seeded synthetic dataset; identical results every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One Command to Run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37160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LINUX / macOS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./run.sh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WINDOWS (POWERSHELL)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._x000D_un.ps1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→ builds image · starts DB + API + UI · runs pipeline · prints http://localhost:8080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seeded synthetic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validated via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7368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9392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PostgreSQL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07024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8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EVM metrics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26680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train + score risk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6336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1512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E2E checks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834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Deliverables: source code, Docker + Kubernetes manifests, web UI, Power BI layer, tests, and full documentation — all open and reproducible.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Calibrated SVM achieving 0.969 ROC-AUC on delay prediction.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An interactive web UI plus a Power BI decision layer over curated views.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733288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Live Vision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Computer-vision progress capture from on-site cameras.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4D BIM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Embed 4D BIM models directly within the dashboard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Real-World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Validate on real historical project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Graph Risk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Extend the risk model with schedule-network graph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Access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Role-based access control and multi-tenant support.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Cost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Probabilistic cost-overrun forecasting alongside delay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